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82296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34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203">
            <a:extLst>
              <a:ext uri="{FF2B5EF4-FFF2-40B4-BE49-F238E27FC236}">
                <a16:creationId xmlns:a16="http://schemas.microsoft.com/office/drawing/2014/main" id="{4DB15DF2-9B6E-0B08-1FF4-CFC12AEE0643}"/>
              </a:ext>
            </a:extLst>
          </p:cNvPr>
          <p:cNvSpPr/>
          <p:nvPr/>
        </p:nvSpPr>
        <p:spPr>
          <a:xfrm>
            <a:off x="571500" y="10301965"/>
            <a:ext cx="2133600" cy="1797441"/>
          </a:xfrm>
          <a:prstGeom prst="rect">
            <a:avLst/>
          </a:prstGeom>
          <a:solidFill>
            <a:srgbClr val="FFFFFF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320" y="91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latin typeface="Yu Gothic"/>
              </a:rPr>
              <a:t>技術提案テーマ 抽出フロー（縦レイアウト・1ページ）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920240" cy="50292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Yu Gothic"/>
              </a:rPr>
              <a:t>START</a:t>
            </a:r>
            <a:endParaRPr sz="13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6224" y="1939291"/>
            <a:ext cx="1920240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Yu Gothic"/>
              </a:rPr>
              <a:t>EXTRACT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224" y="1299211"/>
            <a:ext cx="1920239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Yu Gothic"/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129" y="5284673"/>
            <a:ext cx="1918335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DSL</a:t>
            </a:r>
            <a:r>
              <a:rPr lang="ja-JP" altLang="en-US" sz="1200" b="1" dirty="0">
                <a:solidFill>
                  <a:schemeClr val="tx1"/>
                </a:solidFill>
                <a:latin typeface="Yu Gothic"/>
              </a:rPr>
              <a:t>　</a:t>
            </a:r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ENGINE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856582A-2139-5AC7-54E4-98AB95FB6674}"/>
              </a:ext>
            </a:extLst>
          </p:cNvPr>
          <p:cNvGrpSpPr/>
          <p:nvPr/>
        </p:nvGrpSpPr>
        <p:grpSpPr>
          <a:xfrm>
            <a:off x="5373527" y="1853364"/>
            <a:ext cx="2509838" cy="3385856"/>
            <a:chOff x="5330631" y="1920002"/>
            <a:chExt cx="2509838" cy="3385856"/>
          </a:xfrm>
        </p:grpSpPr>
        <p:sp>
          <p:nvSpPr>
            <p:cNvPr id="18" name="Rectangle 17"/>
            <p:cNvSpPr/>
            <p:nvPr/>
          </p:nvSpPr>
          <p:spPr>
            <a:xfrm>
              <a:off x="5330631" y="1920002"/>
              <a:ext cx="2509838" cy="3385856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100" b="1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74901" y="2067753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Yu Gothic"/>
                </a:rPr>
                <a:t>results/output1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474901" y="2519534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Yu Gothic"/>
                </a:rPr>
                <a:t>results/output2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63471" y="2966454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Yu Gothic"/>
                </a:rPr>
                <a:t>results/output3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63471" y="3435233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 dirty="0">
                  <a:solidFill>
                    <a:schemeClr val="tx1"/>
                  </a:solidFill>
                  <a:latin typeface="Yu Gothic"/>
                </a:rPr>
                <a:t>results/test1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463471" y="3894297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Yu Gothic"/>
                </a:rPr>
                <a:t>results/test2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474901" y="4338786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>
                  <a:solidFill>
                    <a:schemeClr val="tx1"/>
                  </a:solidFill>
                  <a:latin typeface="Yu Gothic"/>
                </a:rPr>
                <a:t>results/test3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463471" y="4797850"/>
              <a:ext cx="2219834" cy="3691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880" b="0" dirty="0">
                  <a:solidFill>
                    <a:schemeClr val="tx1"/>
                  </a:solidFill>
                  <a:latin typeface="Yu Gothic"/>
                </a:rPr>
                <a:t>results/test4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20040" y="14218920"/>
            <a:ext cx="7589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latin typeface="Yu Gothic"/>
              </a:rPr>
              <a:t>code zip / vertical one-page flowchart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133937-F220-F712-0EF6-B08D92ACD864}"/>
              </a:ext>
            </a:extLst>
          </p:cNvPr>
          <p:cNvSpPr/>
          <p:nvPr/>
        </p:nvSpPr>
        <p:spPr>
          <a:xfrm>
            <a:off x="276224" y="2579371"/>
            <a:ext cx="1920240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CLEANER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97EA7A-151C-8ED4-1E7F-4B90FEF38858}"/>
              </a:ext>
            </a:extLst>
          </p:cNvPr>
          <p:cNvSpPr/>
          <p:nvPr/>
        </p:nvSpPr>
        <p:spPr>
          <a:xfrm>
            <a:off x="1926668" y="3724356"/>
            <a:ext cx="1920240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MERGER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7D35BD-D087-AD71-FA10-4A33F9BBA47D}"/>
              </a:ext>
            </a:extLst>
          </p:cNvPr>
          <p:cNvSpPr/>
          <p:nvPr/>
        </p:nvSpPr>
        <p:spPr>
          <a:xfrm>
            <a:off x="274318" y="4596889"/>
            <a:ext cx="1918336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RESULTS/{OUTPUTS}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152F82-7B5F-F1CB-E0CF-5E95EB4EE4AE}"/>
              </a:ext>
            </a:extLst>
          </p:cNvPr>
          <p:cNvSpPr/>
          <p:nvPr/>
        </p:nvSpPr>
        <p:spPr>
          <a:xfrm>
            <a:off x="278129" y="5994645"/>
            <a:ext cx="1918335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SCRIPTS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F8EFE6-822E-616C-D95A-D49D3503E757}"/>
              </a:ext>
            </a:extLst>
          </p:cNvPr>
          <p:cNvSpPr/>
          <p:nvPr/>
        </p:nvSpPr>
        <p:spPr>
          <a:xfrm>
            <a:off x="274318" y="7406845"/>
            <a:ext cx="1918336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RESULTS/CSV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6CE3360-C022-B334-E4E3-CB4B968240A1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1234440" y="1097280"/>
            <a:ext cx="1904" cy="201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41F0CB6-AAF6-7574-397A-2CEF5F3E202B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1236344" y="1756411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94BCDD0-B76E-4398-C68D-D38CB413027B}"/>
              </a:ext>
            </a:extLst>
          </p:cNvPr>
          <p:cNvCxnSpPr>
            <a:stCxn id="5" idx="2"/>
            <a:endCxn id="38" idx="0"/>
          </p:cNvCxnSpPr>
          <p:nvPr/>
        </p:nvCxnSpPr>
        <p:spPr>
          <a:xfrm>
            <a:off x="1236344" y="2396491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0F40A8A-B8E5-2BCD-82C3-C02C31E83A8F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 rot="16200000" flipH="1">
            <a:off x="1717674" y="2555241"/>
            <a:ext cx="687785" cy="16504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E1AC234-D7CD-0A83-E447-2BD33D96FD43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 rot="5400000">
            <a:off x="1852471" y="3562571"/>
            <a:ext cx="415333" cy="16533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CAAC9B-3F33-0D73-A19B-B3C46FE7BFAE}"/>
              </a:ext>
            </a:extLst>
          </p:cNvPr>
          <p:cNvCxnSpPr>
            <a:stCxn id="38" idx="2"/>
            <a:endCxn id="40" idx="0"/>
          </p:cNvCxnSpPr>
          <p:nvPr/>
        </p:nvCxnSpPr>
        <p:spPr>
          <a:xfrm flipH="1">
            <a:off x="1233486" y="3036571"/>
            <a:ext cx="2858" cy="156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960C7A9-5ACC-4F86-0F0F-1ABECA6F538E}"/>
              </a:ext>
            </a:extLst>
          </p:cNvPr>
          <p:cNvCxnSpPr>
            <a:stCxn id="40" idx="2"/>
            <a:endCxn id="7" idx="0"/>
          </p:cNvCxnSpPr>
          <p:nvPr/>
        </p:nvCxnSpPr>
        <p:spPr>
          <a:xfrm>
            <a:off x="1233486" y="5054089"/>
            <a:ext cx="3811" cy="230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C9AEDF5-A813-37DC-F426-DF260D7D61F3}"/>
              </a:ext>
            </a:extLst>
          </p:cNvPr>
          <p:cNvCxnSpPr>
            <a:stCxn id="7" idx="2"/>
            <a:endCxn id="41" idx="0"/>
          </p:cNvCxnSpPr>
          <p:nvPr/>
        </p:nvCxnSpPr>
        <p:spPr>
          <a:xfrm>
            <a:off x="1237297" y="5741873"/>
            <a:ext cx="0" cy="25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A7061C6-F95D-6E3F-2444-5FEAB3925E8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 flipH="1">
            <a:off x="1233486" y="6451845"/>
            <a:ext cx="3811" cy="955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B5A38AF-7664-985C-6910-6770DC8A988B}"/>
              </a:ext>
            </a:extLst>
          </p:cNvPr>
          <p:cNvSpPr/>
          <p:nvPr/>
        </p:nvSpPr>
        <p:spPr>
          <a:xfrm>
            <a:off x="3141346" y="1834808"/>
            <a:ext cx="2056445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hybrid_extraction.py</a:t>
            </a:r>
          </a:p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text_extractor.py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25818E-EF95-ED43-33F0-C44C2C5704EF}"/>
              </a:ext>
            </a:extLst>
          </p:cNvPr>
          <p:cNvSpPr/>
          <p:nvPr/>
        </p:nvSpPr>
        <p:spPr>
          <a:xfrm>
            <a:off x="3156584" y="2387090"/>
            <a:ext cx="2056445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text_cleaner.py</a:t>
            </a:r>
          </a:p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post_clean_output3.py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9332F98-069D-64EF-F7ED-B03547F0FFEE}"/>
              </a:ext>
            </a:extLst>
          </p:cNvPr>
          <p:cNvGrpSpPr/>
          <p:nvPr/>
        </p:nvGrpSpPr>
        <p:grpSpPr>
          <a:xfrm>
            <a:off x="3156584" y="469943"/>
            <a:ext cx="4752976" cy="1286467"/>
            <a:chOff x="3117463" y="469943"/>
            <a:chExt cx="4483487" cy="128646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2B7E2C4-71F1-DBC4-3E24-26FA064857B6}"/>
                </a:ext>
              </a:extLst>
            </p:cNvPr>
            <p:cNvSpPr/>
            <p:nvPr/>
          </p:nvSpPr>
          <p:spPr>
            <a:xfrm>
              <a:off x="3117463" y="469943"/>
              <a:ext cx="4483487" cy="1286467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100" b="1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C69580F-C7F7-E257-3349-170DE62F3671}"/>
                </a:ext>
              </a:extLst>
            </p:cNvPr>
            <p:cNvSpPr/>
            <p:nvPr/>
          </p:nvSpPr>
          <p:spPr>
            <a:xfrm>
              <a:off x="3224690" y="58480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【82】</a:t>
              </a:r>
              <a:r>
                <a:rPr lang="ja-JP" altLang="en-US" sz="900" dirty="0">
                  <a:solidFill>
                    <a:schemeClr val="tx1"/>
                  </a:solidFill>
                  <a:latin typeface="Yu Gothic"/>
                </a:rPr>
                <a:t>東北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0E08470-428D-4108-74D2-DA2D89AD8C06}"/>
                </a:ext>
              </a:extLst>
            </p:cNvPr>
            <p:cNvSpPr/>
            <p:nvPr/>
          </p:nvSpPr>
          <p:spPr>
            <a:xfrm>
              <a:off x="3224690" y="1195200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【90】</a:t>
              </a:r>
              <a:r>
                <a:rPr lang="ja-JP" altLang="en-US" sz="900" dirty="0">
                  <a:solidFill>
                    <a:schemeClr val="tx1"/>
                  </a:solidFill>
                  <a:latin typeface="Yu Gothic"/>
                </a:rPr>
                <a:t>沖縄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141C79B-EDC8-AF35-A5B1-34083A36DFE0}"/>
                </a:ext>
              </a:extLst>
            </p:cNvPr>
            <p:cNvSpPr/>
            <p:nvPr/>
          </p:nvSpPr>
          <p:spPr>
            <a:xfrm>
              <a:off x="5429726" y="58480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【810】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EDAF346-4719-0D43-D043-4F0E6EBB7673}"/>
                </a:ext>
              </a:extLst>
            </p:cNvPr>
            <p:cNvSpPr/>
            <p:nvPr/>
          </p:nvSpPr>
          <p:spPr>
            <a:xfrm>
              <a:off x="5429725" y="1192909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【819】</a:t>
              </a:r>
            </a:p>
          </p:txBody>
        </p:sp>
      </p:grp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F72F112-331B-F0EA-4548-4E7885DD9088}"/>
              </a:ext>
            </a:extLst>
          </p:cNvPr>
          <p:cNvCxnSpPr>
            <a:cxnSpLocks/>
            <a:stCxn id="5" idx="3"/>
            <a:endCxn id="74" idx="1"/>
          </p:cNvCxnSpPr>
          <p:nvPr/>
        </p:nvCxnSpPr>
        <p:spPr>
          <a:xfrm flipV="1">
            <a:off x="2196464" y="2063408"/>
            <a:ext cx="944882" cy="104483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8C09BCE-A527-D007-3C4D-B67AD68DC20C}"/>
              </a:ext>
            </a:extLst>
          </p:cNvPr>
          <p:cNvCxnSpPr>
            <a:cxnSpLocks/>
            <a:stCxn id="38" idx="3"/>
            <a:endCxn id="76" idx="1"/>
          </p:cNvCxnSpPr>
          <p:nvPr/>
        </p:nvCxnSpPr>
        <p:spPr>
          <a:xfrm flipV="1">
            <a:off x="2196464" y="2615690"/>
            <a:ext cx="960120" cy="192281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CE6F7CE9-F522-7AE1-2245-3EEEE282BC54}"/>
              </a:ext>
            </a:extLst>
          </p:cNvPr>
          <p:cNvCxnSpPr>
            <a:cxnSpLocks/>
            <a:stCxn id="6" idx="3"/>
            <a:endCxn id="78" idx="1"/>
          </p:cNvCxnSpPr>
          <p:nvPr/>
        </p:nvCxnSpPr>
        <p:spPr>
          <a:xfrm flipV="1">
            <a:off x="2196463" y="1113177"/>
            <a:ext cx="960121" cy="414634"/>
          </a:xfrm>
          <a:prstGeom prst="bent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FE9DBD2-D44C-C21C-4511-94B262C39CBB}"/>
              </a:ext>
            </a:extLst>
          </p:cNvPr>
          <p:cNvCxnSpPr>
            <a:cxnSpLocks/>
            <a:stCxn id="40" idx="3"/>
            <a:endCxn id="18" idx="1"/>
          </p:cNvCxnSpPr>
          <p:nvPr/>
        </p:nvCxnSpPr>
        <p:spPr>
          <a:xfrm flipV="1">
            <a:off x="2192654" y="3546292"/>
            <a:ext cx="3180873" cy="1279197"/>
          </a:xfrm>
          <a:prstGeom prst="bentConnector3">
            <a:avLst>
              <a:gd name="adj1" fmla="val 73057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599DAF4-9663-7861-AAD3-E860AD324F97}"/>
              </a:ext>
            </a:extLst>
          </p:cNvPr>
          <p:cNvGrpSpPr/>
          <p:nvPr/>
        </p:nvGrpSpPr>
        <p:grpSpPr>
          <a:xfrm>
            <a:off x="3135357" y="7269732"/>
            <a:ext cx="4821703" cy="2383780"/>
            <a:chOff x="2332672" y="6667600"/>
            <a:chExt cx="4458653" cy="2383780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9C48C1D-0D76-603E-B592-9C57247CCD28}"/>
                </a:ext>
              </a:extLst>
            </p:cNvPr>
            <p:cNvSpPr/>
            <p:nvPr/>
          </p:nvSpPr>
          <p:spPr>
            <a:xfrm>
              <a:off x="2332672" y="6667600"/>
              <a:ext cx="4458653" cy="2383780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100" b="1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E158652-C246-0D08-6A19-46768D2E6B83}"/>
                </a:ext>
              </a:extLst>
            </p:cNvPr>
            <p:cNvSpPr/>
            <p:nvPr/>
          </p:nvSpPr>
          <p:spPr>
            <a:xfrm>
              <a:off x="2412310" y="6768661"/>
              <a:ext cx="4261481" cy="441514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1100" b="1">
                  <a:solidFill>
                    <a:schemeClr val="tx1"/>
                  </a:solidFill>
                  <a:latin typeface="Yu Gothic"/>
                </a:rPr>
                <a:t>results/csv</a:t>
              </a:r>
              <a:endParaRPr lang="en-IN" altLang="ja-JP" sz="1100" b="1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9CFF60B-896F-3319-4273-6EADC6CBA992}"/>
                </a:ext>
              </a:extLst>
            </p:cNvPr>
            <p:cNvSpPr/>
            <p:nvPr/>
          </p:nvSpPr>
          <p:spPr>
            <a:xfrm>
              <a:off x="2412310" y="7326069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【82】</a:t>
              </a:r>
              <a:r>
                <a:rPr lang="ja-JP" altLang="en-US" sz="900" dirty="0">
                  <a:solidFill>
                    <a:schemeClr val="tx1"/>
                  </a:solidFill>
                  <a:latin typeface="Yu Gothic"/>
                </a:rPr>
                <a:t>東北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57FDAD2-4535-D950-F51A-065995D80CE2}"/>
                </a:ext>
              </a:extLst>
            </p:cNvPr>
            <p:cNvSpPr/>
            <p:nvPr/>
          </p:nvSpPr>
          <p:spPr>
            <a:xfrm>
              <a:off x="2412310" y="7887635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【90】</a:t>
              </a:r>
              <a:r>
                <a:rPr lang="ja-JP" altLang="en-US" sz="900" dirty="0">
                  <a:solidFill>
                    <a:schemeClr val="tx1"/>
                  </a:solidFill>
                  <a:latin typeface="Yu Gothic"/>
                </a:rPr>
                <a:t>沖縄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479A968-BB35-6264-8E14-0151CD0FE820}"/>
                </a:ext>
              </a:extLst>
            </p:cNvPr>
            <p:cNvSpPr/>
            <p:nvPr/>
          </p:nvSpPr>
          <p:spPr>
            <a:xfrm>
              <a:off x="4617344" y="732780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【810】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FE15A92-7F86-A49D-CF10-8D9B00D9E9D3}"/>
                </a:ext>
              </a:extLst>
            </p:cNvPr>
            <p:cNvSpPr/>
            <p:nvPr/>
          </p:nvSpPr>
          <p:spPr>
            <a:xfrm>
              <a:off x="4617345" y="788534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【819】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474C65B-7ADD-49FB-719A-A841FE5CA127}"/>
                </a:ext>
              </a:extLst>
            </p:cNvPr>
            <p:cNvSpPr/>
            <p:nvPr/>
          </p:nvSpPr>
          <p:spPr>
            <a:xfrm>
              <a:off x="2412309" y="8453456"/>
              <a:ext cx="426148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b="1" dirty="0">
                  <a:solidFill>
                    <a:schemeClr val="tx1"/>
                  </a:solidFill>
                  <a:latin typeface="Yu Gothic"/>
                </a:rPr>
                <a:t>merged_levels_summary_*.csv / .xlsx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34FFBF8-00D6-6750-0798-AA836159E202}"/>
              </a:ext>
            </a:extLst>
          </p:cNvPr>
          <p:cNvSpPr/>
          <p:nvPr/>
        </p:nvSpPr>
        <p:spPr>
          <a:xfrm>
            <a:off x="3153725" y="2960788"/>
            <a:ext cx="2071589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merge_86_texts.py</a:t>
            </a:r>
          </a:p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merge_89_texts.py</a:t>
            </a: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3D03C89E-B037-B47B-F609-A8C7C4172BFB}"/>
              </a:ext>
            </a:extLst>
          </p:cNvPr>
          <p:cNvCxnSpPr>
            <a:stCxn id="39" idx="3"/>
            <a:endCxn id="136" idx="2"/>
          </p:cNvCxnSpPr>
          <p:nvPr/>
        </p:nvCxnSpPr>
        <p:spPr>
          <a:xfrm flipV="1">
            <a:off x="3846908" y="3417988"/>
            <a:ext cx="342612" cy="534968"/>
          </a:xfrm>
          <a:prstGeom prst="bentConnector2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4661CAA-A0D0-FDC6-519D-83ADE2A4FA0C}"/>
              </a:ext>
            </a:extLst>
          </p:cNvPr>
          <p:cNvGrpSpPr/>
          <p:nvPr/>
        </p:nvGrpSpPr>
        <p:grpSpPr>
          <a:xfrm>
            <a:off x="3135357" y="5572548"/>
            <a:ext cx="4821703" cy="1549752"/>
            <a:chOff x="2332672" y="6667600"/>
            <a:chExt cx="4458653" cy="2383780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DF38A97-316C-491E-2331-6C84DDFDFCAB}"/>
                </a:ext>
              </a:extLst>
            </p:cNvPr>
            <p:cNvSpPr/>
            <p:nvPr/>
          </p:nvSpPr>
          <p:spPr>
            <a:xfrm>
              <a:off x="2332672" y="6667600"/>
              <a:ext cx="4458653" cy="2383780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100" b="1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4859D8F-21AF-0065-3DFF-F2FB878B5B4D}"/>
                </a:ext>
              </a:extLst>
            </p:cNvPr>
            <p:cNvSpPr/>
            <p:nvPr/>
          </p:nvSpPr>
          <p:spPr>
            <a:xfrm>
              <a:off x="2412310" y="6768661"/>
              <a:ext cx="4261481" cy="441514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1100" b="1" dirty="0">
                  <a:solidFill>
                    <a:schemeClr val="tx1"/>
                  </a:solidFill>
                  <a:latin typeface="Yu Gothic"/>
                </a:rPr>
                <a:t>DSL SCRIPTS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F0F3078-FACD-E9D1-5B96-D5701575807F}"/>
                </a:ext>
              </a:extLst>
            </p:cNvPr>
            <p:cNvSpPr/>
            <p:nvPr/>
          </p:nvSpPr>
          <p:spPr>
            <a:xfrm>
              <a:off x="2412310" y="7326069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82_script.dsl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0151D4B2-BCD6-0498-E507-C00641A8EFF0}"/>
                </a:ext>
              </a:extLst>
            </p:cNvPr>
            <p:cNvSpPr/>
            <p:nvPr/>
          </p:nvSpPr>
          <p:spPr>
            <a:xfrm>
              <a:off x="2412310" y="7887635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altLang="ja-JP" sz="900" dirty="0">
                  <a:solidFill>
                    <a:schemeClr val="tx1"/>
                  </a:solidFill>
                  <a:latin typeface="Yu Gothic"/>
                </a:rPr>
                <a:t>90_script.dsl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D286D29-EC54-0562-591F-435366A982A8}"/>
                </a:ext>
              </a:extLst>
            </p:cNvPr>
            <p:cNvSpPr/>
            <p:nvPr/>
          </p:nvSpPr>
          <p:spPr>
            <a:xfrm>
              <a:off x="4617344" y="732780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810_script.dsl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0AE1580-1353-156C-8E8E-BFB3562C37B1}"/>
                </a:ext>
              </a:extLst>
            </p:cNvPr>
            <p:cNvSpPr/>
            <p:nvPr/>
          </p:nvSpPr>
          <p:spPr>
            <a:xfrm>
              <a:off x="4617345" y="7885344"/>
              <a:ext cx="2056445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dirty="0">
                  <a:solidFill>
                    <a:schemeClr val="tx1"/>
                  </a:solidFill>
                  <a:latin typeface="Yu Gothic"/>
                </a:rPr>
                <a:t>819_script.dsl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756997E-3AF4-7196-E7EC-0BFB12AB97C8}"/>
                </a:ext>
              </a:extLst>
            </p:cNvPr>
            <p:cNvSpPr/>
            <p:nvPr/>
          </p:nvSpPr>
          <p:spPr>
            <a:xfrm>
              <a:off x="2412309" y="8453456"/>
              <a:ext cx="426148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7780">
              <a:solidFill>
                <a:srgbClr val="40637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IN" altLang="ja-JP" sz="900" b="1" dirty="0">
                  <a:solidFill>
                    <a:schemeClr val="tx1"/>
                  </a:solidFill>
                  <a:latin typeface="Yu Gothic"/>
                </a:rPr>
                <a:t>run_regions_pipeline.ps1/run_regions_pipeline.cmd</a:t>
              </a:r>
              <a:endParaRPr lang="en-IN" altLang="ja-JP" sz="900" dirty="0">
                <a:solidFill>
                  <a:schemeClr val="tx1"/>
                </a:solidFill>
                <a:latin typeface="Yu Gothic"/>
              </a:endParaRPr>
            </a:p>
          </p:txBody>
        </p:sp>
      </p:grp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830F93F-71E1-E592-4B19-D9EAAECA9D1E}"/>
              </a:ext>
            </a:extLst>
          </p:cNvPr>
          <p:cNvSpPr/>
          <p:nvPr/>
        </p:nvSpPr>
        <p:spPr>
          <a:xfrm>
            <a:off x="3156584" y="4989842"/>
            <a:ext cx="2071589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altLang="ja-JP" sz="900" dirty="0">
                <a:solidFill>
                  <a:schemeClr val="tx1"/>
                </a:solidFill>
                <a:latin typeface="Yu Gothic"/>
              </a:rPr>
              <a:t>dsl_engine.py</a:t>
            </a:r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BF25E298-216D-729B-B7B0-4831B5C8BC11}"/>
              </a:ext>
            </a:extLst>
          </p:cNvPr>
          <p:cNvCxnSpPr>
            <a:cxnSpLocks/>
            <a:stCxn id="7" idx="3"/>
            <a:endCxn id="183" idx="1"/>
          </p:cNvCxnSpPr>
          <p:nvPr/>
        </p:nvCxnSpPr>
        <p:spPr>
          <a:xfrm flipV="1">
            <a:off x="2196464" y="5218442"/>
            <a:ext cx="960120" cy="29483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DA456B6D-285B-CCAA-9250-A471C426A1C7}"/>
              </a:ext>
            </a:extLst>
          </p:cNvPr>
          <p:cNvCxnSpPr>
            <a:cxnSpLocks/>
            <a:stCxn id="41" idx="3"/>
            <a:endCxn id="172" idx="1"/>
          </p:cNvCxnSpPr>
          <p:nvPr/>
        </p:nvCxnSpPr>
        <p:spPr>
          <a:xfrm>
            <a:off x="2196464" y="6223245"/>
            <a:ext cx="938893" cy="124179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DAE5FE78-70DD-0562-2C04-C40AFA9F771D}"/>
              </a:ext>
            </a:extLst>
          </p:cNvPr>
          <p:cNvCxnSpPr>
            <a:cxnSpLocks/>
            <a:stCxn id="42" idx="3"/>
            <a:endCxn id="132" idx="1"/>
          </p:cNvCxnSpPr>
          <p:nvPr/>
        </p:nvCxnSpPr>
        <p:spPr>
          <a:xfrm>
            <a:off x="2192654" y="7635445"/>
            <a:ext cx="942703" cy="82617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678A75E-1413-8DEE-542E-A1E3DBA5A5E8}"/>
              </a:ext>
            </a:extLst>
          </p:cNvPr>
          <p:cNvSpPr/>
          <p:nvPr/>
        </p:nvSpPr>
        <p:spPr>
          <a:xfrm>
            <a:off x="274318" y="8228171"/>
            <a:ext cx="1918336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END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8936929-30C5-1E82-1761-63905DFF7247}"/>
              </a:ext>
            </a:extLst>
          </p:cNvPr>
          <p:cNvCxnSpPr>
            <a:cxnSpLocks/>
            <a:stCxn id="42" idx="2"/>
            <a:endCxn id="193" idx="0"/>
          </p:cNvCxnSpPr>
          <p:nvPr/>
        </p:nvCxnSpPr>
        <p:spPr>
          <a:xfrm>
            <a:off x="1233486" y="7864045"/>
            <a:ext cx="0" cy="36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08D73DC-B894-9D5B-783C-D4B59A558D80}"/>
              </a:ext>
            </a:extLst>
          </p:cNvPr>
          <p:cNvSpPr/>
          <p:nvPr/>
        </p:nvSpPr>
        <p:spPr>
          <a:xfrm>
            <a:off x="681988" y="10379359"/>
            <a:ext cx="1920240" cy="50292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Yu Gothic"/>
              </a:rPr>
              <a:t>START</a:t>
            </a:r>
            <a:endParaRPr sz="1300" b="1" dirty="0">
              <a:solidFill>
                <a:schemeClr val="tx1"/>
              </a:solidFill>
              <a:latin typeface="Yu Gothic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7DCA50D-AD6F-4B32-DC8E-EBD203C0FD16}"/>
              </a:ext>
            </a:extLst>
          </p:cNvPr>
          <p:cNvSpPr/>
          <p:nvPr/>
        </p:nvSpPr>
        <p:spPr>
          <a:xfrm>
            <a:off x="683892" y="11550094"/>
            <a:ext cx="1918336" cy="457200"/>
          </a:xfrm>
          <a:prstGeom prst="rect">
            <a:avLst/>
          </a:prstGeom>
          <a:solidFill>
            <a:srgbClr val="EBE9BD"/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Yu Gothic"/>
              </a:rPr>
              <a:t>END</a:t>
            </a:r>
            <a:endParaRPr sz="1200" b="1" dirty="0">
              <a:solidFill>
                <a:schemeClr val="tx1"/>
              </a:solidFill>
              <a:latin typeface="Yu Gothic"/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D4AAA41-8154-5239-4BFC-A479D1285F20}"/>
              </a:ext>
            </a:extLst>
          </p:cNvPr>
          <p:cNvCxnSpPr>
            <a:cxnSpLocks/>
            <a:stCxn id="198" idx="2"/>
            <a:endCxn id="199" idx="0"/>
          </p:cNvCxnSpPr>
          <p:nvPr/>
        </p:nvCxnSpPr>
        <p:spPr>
          <a:xfrm>
            <a:off x="1642108" y="10882279"/>
            <a:ext cx="952" cy="667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0372B31-EE91-DD08-B13C-5FC22FA23066}"/>
              </a:ext>
            </a:extLst>
          </p:cNvPr>
          <p:cNvSpPr/>
          <p:nvPr/>
        </p:nvSpPr>
        <p:spPr>
          <a:xfrm>
            <a:off x="4360282" y="10972085"/>
            <a:ext cx="2609815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7780">
            <a:solidFill>
              <a:srgbClr val="406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altLang="ja-JP" sz="900" b="1" dirty="0">
                <a:solidFill>
                  <a:schemeClr val="tx1"/>
                </a:solidFill>
                <a:latin typeface="Yu Gothic"/>
              </a:rPr>
              <a:t>run_pipeline.ps1 / run_pipeline.cmd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9B7A0D7-C190-B83D-7896-5666C246D55B}"/>
              </a:ext>
            </a:extLst>
          </p:cNvPr>
          <p:cNvCxnSpPr>
            <a:stCxn id="204" idx="3"/>
            <a:endCxn id="214" idx="1"/>
          </p:cNvCxnSpPr>
          <p:nvPr/>
        </p:nvCxnSpPr>
        <p:spPr>
          <a:xfrm flipV="1">
            <a:off x="2705100" y="11200685"/>
            <a:ext cx="165518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183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Yu Gothic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ヤダフ アーユシュ</cp:lastModifiedBy>
  <cp:revision>7</cp:revision>
  <dcterms:created xsi:type="dcterms:W3CDTF">2013-01-27T09:14:16Z</dcterms:created>
  <dcterms:modified xsi:type="dcterms:W3CDTF">2026-03-13T09:39:16Z</dcterms:modified>
  <cp:category/>
</cp:coreProperties>
</file>